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321300" cy="3771900"/>
  <p:notesSz cx="6858000" cy="9144000"/>
  <p:embeddedFontLst>
    <p:embeddedFont>
      <p:font typeface="Bricolage Grotesque 28" charset="1" panose="020B0605040402000204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41616" y="-905944"/>
            <a:ext cx="3780000" cy="5591887"/>
          </a:xfrm>
          <a:custGeom>
            <a:avLst/>
            <a:gdLst/>
            <a:ahLst/>
            <a:cxnLst/>
            <a:rect r="r" b="b" t="t" l="l"/>
            <a:pathLst>
              <a:path h="5591887" w="3780000">
                <a:moveTo>
                  <a:pt x="0" y="0"/>
                </a:moveTo>
                <a:lnTo>
                  <a:pt x="3780000" y="0"/>
                </a:lnTo>
                <a:lnTo>
                  <a:pt x="3780000" y="5591888"/>
                </a:lnTo>
                <a:lnTo>
                  <a:pt x="0" y="559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057" r="-13310" b="-1632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514630">
            <a:off x="154816" y="331675"/>
            <a:ext cx="1359272" cy="1332086"/>
          </a:xfrm>
          <a:custGeom>
            <a:avLst/>
            <a:gdLst/>
            <a:ahLst/>
            <a:cxnLst/>
            <a:rect r="r" b="b" t="t" l="l"/>
            <a:pathLst>
              <a:path h="1332086" w="1359272">
                <a:moveTo>
                  <a:pt x="0" y="0"/>
                </a:moveTo>
                <a:lnTo>
                  <a:pt x="1359272" y="0"/>
                </a:lnTo>
                <a:lnTo>
                  <a:pt x="1359272" y="1332086"/>
                </a:lnTo>
                <a:lnTo>
                  <a:pt x="0" y="133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620693">
            <a:off x="3641559" y="2193797"/>
            <a:ext cx="1359272" cy="1332086"/>
          </a:xfrm>
          <a:custGeom>
            <a:avLst/>
            <a:gdLst/>
            <a:ahLst/>
            <a:cxnLst/>
            <a:rect r="r" b="b" t="t" l="l"/>
            <a:pathLst>
              <a:path h="1332086" w="1359272">
                <a:moveTo>
                  <a:pt x="0" y="0"/>
                </a:moveTo>
                <a:lnTo>
                  <a:pt x="1359272" y="0"/>
                </a:lnTo>
                <a:lnTo>
                  <a:pt x="1359272" y="1332086"/>
                </a:lnTo>
                <a:lnTo>
                  <a:pt x="0" y="133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49474">
            <a:off x="3965940" y="-378000"/>
            <a:ext cx="1591579" cy="1512000"/>
          </a:xfrm>
          <a:custGeom>
            <a:avLst/>
            <a:gdLst/>
            <a:ahLst/>
            <a:cxnLst/>
            <a:rect r="r" b="b" t="t" l="l"/>
            <a:pathLst>
              <a:path h="1512000" w="1591579">
                <a:moveTo>
                  <a:pt x="0" y="0"/>
                </a:moveTo>
                <a:lnTo>
                  <a:pt x="1591579" y="0"/>
                </a:lnTo>
                <a:lnTo>
                  <a:pt x="1591579" y="1512000"/>
                </a:lnTo>
                <a:lnTo>
                  <a:pt x="0" y="151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3659" y="2646480"/>
            <a:ext cx="1640681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Katrina Faye A. Soncuya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2B-BSChE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486" y="1060666"/>
            <a:ext cx="4686259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ONE MOLECULE, FOUR REPRESENTATIONS: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8486" y="1356811"/>
            <a:ext cx="4686259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Molecular Formula to Bond-Line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9124" y="1838079"/>
            <a:ext cx="3684984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CHEM 13 - Organic Chemistry (Lecture) | BS Chemical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126377" y="997652"/>
            <a:ext cx="1380297" cy="753715"/>
          </a:xfrm>
          <a:custGeom>
            <a:avLst/>
            <a:gdLst/>
            <a:ahLst/>
            <a:cxnLst/>
            <a:rect r="r" b="b" t="t" l="l"/>
            <a:pathLst>
              <a:path h="753715" w="1380297">
                <a:moveTo>
                  <a:pt x="0" y="0"/>
                </a:moveTo>
                <a:lnTo>
                  <a:pt x="1380296" y="0"/>
                </a:lnTo>
                <a:lnTo>
                  <a:pt x="1380296" y="753715"/>
                </a:lnTo>
                <a:lnTo>
                  <a:pt x="0" y="753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45000" y="2219833"/>
            <a:ext cx="1516092" cy="545793"/>
          </a:xfrm>
          <a:custGeom>
            <a:avLst/>
            <a:gdLst/>
            <a:ahLst/>
            <a:cxnLst/>
            <a:rect r="r" b="b" t="t" l="l"/>
            <a:pathLst>
              <a:path h="545793" w="1516092">
                <a:moveTo>
                  <a:pt x="0" y="0"/>
                </a:moveTo>
                <a:lnTo>
                  <a:pt x="1516092" y="0"/>
                </a:lnTo>
                <a:lnTo>
                  <a:pt x="1516092" y="545793"/>
                </a:lnTo>
                <a:lnTo>
                  <a:pt x="0" y="545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42469" y="622377"/>
            <a:ext cx="164306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C₃H₈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7464" y="339900"/>
            <a:ext cx="81117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Propane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7863" y="1139559"/>
            <a:ext cx="7043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368" y="2303817"/>
            <a:ext cx="13998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CH₃CH₂CH₃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143" y="1780910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4117" y="2881667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8527" y="1798992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29321" y="2881667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175457" y="987009"/>
            <a:ext cx="1383009" cy="830426"/>
          </a:xfrm>
          <a:custGeom>
            <a:avLst/>
            <a:gdLst/>
            <a:ahLst/>
            <a:cxnLst/>
            <a:rect r="r" b="b" t="t" l="l"/>
            <a:pathLst>
              <a:path h="830426" w="1383009">
                <a:moveTo>
                  <a:pt x="0" y="0"/>
                </a:moveTo>
                <a:lnTo>
                  <a:pt x="1383009" y="0"/>
                </a:lnTo>
                <a:lnTo>
                  <a:pt x="1383009" y="830426"/>
                </a:lnTo>
                <a:lnTo>
                  <a:pt x="0" y="830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47094" y="2334405"/>
            <a:ext cx="1239735" cy="327290"/>
          </a:xfrm>
          <a:custGeom>
            <a:avLst/>
            <a:gdLst/>
            <a:ahLst/>
            <a:cxnLst/>
            <a:rect r="r" b="b" t="t" l="l"/>
            <a:pathLst>
              <a:path h="327290" w="1239735">
                <a:moveTo>
                  <a:pt x="0" y="0"/>
                </a:moveTo>
                <a:lnTo>
                  <a:pt x="1239735" y="0"/>
                </a:lnTo>
                <a:lnTo>
                  <a:pt x="1239735" y="327290"/>
                </a:lnTo>
                <a:lnTo>
                  <a:pt x="0" y="32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2641" y="622377"/>
            <a:ext cx="174271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C₂H₆O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7469" y="287623"/>
            <a:ext cx="731163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Ethanol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8964" y="1794421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143" y="1798385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888361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8964" y="2890295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143" y="1167272"/>
            <a:ext cx="9428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C₂H₆O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6454" y="2380017"/>
            <a:ext cx="13290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CH₃CH₂OH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2403" y="933669"/>
            <a:ext cx="1571507" cy="912133"/>
          </a:xfrm>
          <a:custGeom>
            <a:avLst/>
            <a:gdLst/>
            <a:ahLst/>
            <a:cxnLst/>
            <a:rect r="r" b="b" t="t" l="l"/>
            <a:pathLst>
              <a:path h="912133" w="1571507">
                <a:moveTo>
                  <a:pt x="0" y="0"/>
                </a:moveTo>
                <a:lnTo>
                  <a:pt x="1571507" y="0"/>
                </a:lnTo>
                <a:lnTo>
                  <a:pt x="1571507" y="912133"/>
                </a:lnTo>
                <a:lnTo>
                  <a:pt x="0" y="9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180" t="0" r="-61989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9116" t="0" r="-245325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407784" y="2111570"/>
            <a:ext cx="817481" cy="795682"/>
          </a:xfrm>
          <a:custGeom>
            <a:avLst/>
            <a:gdLst/>
            <a:ahLst/>
            <a:cxnLst/>
            <a:rect r="r" b="b" t="t" l="l"/>
            <a:pathLst>
              <a:path h="795682" w="817481">
                <a:moveTo>
                  <a:pt x="0" y="0"/>
                </a:moveTo>
                <a:lnTo>
                  <a:pt x="817482" y="0"/>
                </a:lnTo>
                <a:lnTo>
                  <a:pt x="817482" y="795682"/>
                </a:lnTo>
                <a:lnTo>
                  <a:pt x="0" y="795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94070" y="622377"/>
            <a:ext cx="17398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C₃H₆O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3219" y="322657"/>
            <a:ext cx="2354937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Acetone (Propan-2-one)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877" y="2389542"/>
            <a:ext cx="16323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CH₃C(=O)CH₃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143" y="1789147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5664" y="2915031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60158" y="1826752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60158" y="2915031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4116" y="1176372"/>
            <a:ext cx="173986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C₃H₆O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330750" y="2123935"/>
            <a:ext cx="953666" cy="837107"/>
          </a:xfrm>
          <a:custGeom>
            <a:avLst/>
            <a:gdLst/>
            <a:ahLst/>
            <a:cxnLst/>
            <a:rect r="r" b="b" t="t" l="l"/>
            <a:pathLst>
              <a:path h="837107" w="953666">
                <a:moveTo>
                  <a:pt x="0" y="0"/>
                </a:moveTo>
                <a:lnTo>
                  <a:pt x="953666" y="0"/>
                </a:lnTo>
                <a:lnTo>
                  <a:pt x="953666" y="837107"/>
                </a:lnTo>
                <a:lnTo>
                  <a:pt x="0" y="837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39489" y="994743"/>
            <a:ext cx="1354073" cy="813454"/>
          </a:xfrm>
          <a:custGeom>
            <a:avLst/>
            <a:gdLst/>
            <a:ahLst/>
            <a:cxnLst/>
            <a:rect r="r" b="b" t="t" l="l"/>
            <a:pathLst>
              <a:path h="813454" w="1354073">
                <a:moveTo>
                  <a:pt x="0" y="0"/>
                </a:moveTo>
                <a:lnTo>
                  <a:pt x="1354072" y="0"/>
                </a:lnTo>
                <a:lnTo>
                  <a:pt x="1354072" y="813454"/>
                </a:lnTo>
                <a:lnTo>
                  <a:pt x="0" y="81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8769" y="622377"/>
            <a:ext cx="179046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C₂H₄O₂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2052" y="339900"/>
            <a:ext cx="2592974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Acetic acid (ethanoic acid)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789147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30750" y="1789147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4199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4199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83996" y="1781415"/>
            <a:ext cx="952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43143" y="1145508"/>
            <a:ext cx="104453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C₂H₄O₂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8536" y="2418117"/>
            <a:ext cx="136302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CH₃COOH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6272" y="920620"/>
            <a:ext cx="1463913" cy="904610"/>
          </a:xfrm>
          <a:custGeom>
            <a:avLst/>
            <a:gdLst/>
            <a:ahLst/>
            <a:cxnLst/>
            <a:rect r="r" b="b" t="t" l="l"/>
            <a:pathLst>
              <a:path h="904610" w="1463913">
                <a:moveTo>
                  <a:pt x="0" y="0"/>
                </a:moveTo>
                <a:lnTo>
                  <a:pt x="1463913" y="0"/>
                </a:lnTo>
                <a:lnTo>
                  <a:pt x="1463913" y="904610"/>
                </a:lnTo>
                <a:lnTo>
                  <a:pt x="0" y="9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180" t="0" r="-61989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9116" t="0" r="-245325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113220" y="2160942"/>
            <a:ext cx="1350016" cy="648008"/>
          </a:xfrm>
          <a:custGeom>
            <a:avLst/>
            <a:gdLst/>
            <a:ahLst/>
            <a:cxnLst/>
            <a:rect r="r" b="b" t="t" l="l"/>
            <a:pathLst>
              <a:path h="648008" w="1350016">
                <a:moveTo>
                  <a:pt x="0" y="0"/>
                </a:moveTo>
                <a:lnTo>
                  <a:pt x="1350016" y="0"/>
                </a:lnTo>
                <a:lnTo>
                  <a:pt x="1350016" y="648007"/>
                </a:lnTo>
                <a:lnTo>
                  <a:pt x="0" y="648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0555" y="622377"/>
            <a:ext cx="178689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C₄H₈O₂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501" y="351232"/>
            <a:ext cx="309499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Ethyl Acetate (ethyl ethanoate)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06180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789147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22805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2338" y="2922805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591" y="1247994"/>
            <a:ext cx="10569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C₄H₈O₂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3688" y="2389542"/>
            <a:ext cx="179272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CH₃COOH₂CH₃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0750" y="859889"/>
            <a:ext cx="1056559" cy="990524"/>
          </a:xfrm>
          <a:custGeom>
            <a:avLst/>
            <a:gdLst/>
            <a:ahLst/>
            <a:cxnLst/>
            <a:rect r="r" b="b" t="t" l="l"/>
            <a:pathLst>
              <a:path h="990524" w="1056559">
                <a:moveTo>
                  <a:pt x="0" y="0"/>
                </a:moveTo>
                <a:lnTo>
                  <a:pt x="1056559" y="0"/>
                </a:lnTo>
                <a:lnTo>
                  <a:pt x="1056559" y="990525"/>
                </a:lnTo>
                <a:lnTo>
                  <a:pt x="0" y="990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180" t="0" r="-61989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9116" t="0" r="-245325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527473" y="2199042"/>
            <a:ext cx="578105" cy="661778"/>
          </a:xfrm>
          <a:custGeom>
            <a:avLst/>
            <a:gdLst/>
            <a:ahLst/>
            <a:cxnLst/>
            <a:rect r="r" b="b" t="t" l="l"/>
            <a:pathLst>
              <a:path h="661778" w="578105">
                <a:moveTo>
                  <a:pt x="0" y="0"/>
                </a:moveTo>
                <a:lnTo>
                  <a:pt x="578104" y="0"/>
                </a:lnTo>
                <a:lnTo>
                  <a:pt x="578104" y="661778"/>
                </a:lnTo>
                <a:lnTo>
                  <a:pt x="0" y="66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28122" y="622377"/>
            <a:ext cx="167175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C₆H₁₂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6957" y="339900"/>
            <a:ext cx="1240869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Cyclohexane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31364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783739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6104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6104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0952" y="1238469"/>
            <a:ext cx="79819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274" y="2427642"/>
            <a:ext cx="212955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CH₂CH₂CH₂CH₂CH₂CH₂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298527" y="975027"/>
            <a:ext cx="1099741" cy="917085"/>
          </a:xfrm>
          <a:custGeom>
            <a:avLst/>
            <a:gdLst/>
            <a:ahLst/>
            <a:cxnLst/>
            <a:rect r="r" b="b" t="t" l="l"/>
            <a:pathLst>
              <a:path h="917085" w="1099741">
                <a:moveTo>
                  <a:pt x="0" y="0"/>
                </a:moveTo>
                <a:lnTo>
                  <a:pt x="1099742" y="0"/>
                </a:lnTo>
                <a:lnTo>
                  <a:pt x="1099742" y="917085"/>
                </a:lnTo>
                <a:lnTo>
                  <a:pt x="0" y="91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55138" y="2122842"/>
            <a:ext cx="922775" cy="739811"/>
          </a:xfrm>
          <a:custGeom>
            <a:avLst/>
            <a:gdLst/>
            <a:ahLst/>
            <a:cxnLst/>
            <a:rect r="r" b="b" t="t" l="l"/>
            <a:pathLst>
              <a:path h="739811" w="922775">
                <a:moveTo>
                  <a:pt x="0" y="0"/>
                </a:moveTo>
                <a:lnTo>
                  <a:pt x="922774" y="0"/>
                </a:lnTo>
                <a:lnTo>
                  <a:pt x="922774" y="739810"/>
                </a:lnTo>
                <a:lnTo>
                  <a:pt x="0" y="739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5853" y="622377"/>
            <a:ext cx="177629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C₆H₁₀O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1172" y="277075"/>
            <a:ext cx="1483757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Cyclohexanone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31364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783739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6104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6104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6174" y="1166616"/>
            <a:ext cx="106775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C₆H₁₀O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3766" y="2413263"/>
            <a:ext cx="20525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(CH₂)₅CO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390248" y="933669"/>
            <a:ext cx="944275" cy="916745"/>
          </a:xfrm>
          <a:custGeom>
            <a:avLst/>
            <a:gdLst/>
            <a:ahLst/>
            <a:cxnLst/>
            <a:rect r="r" b="b" t="t" l="l"/>
            <a:pathLst>
              <a:path h="916745" w="944275">
                <a:moveTo>
                  <a:pt x="0" y="0"/>
                </a:moveTo>
                <a:lnTo>
                  <a:pt x="944275" y="0"/>
                </a:lnTo>
                <a:lnTo>
                  <a:pt x="944275" y="916745"/>
                </a:lnTo>
                <a:lnTo>
                  <a:pt x="0" y="916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980884" y="2110618"/>
            <a:ext cx="1671281" cy="802799"/>
          </a:xfrm>
          <a:custGeom>
            <a:avLst/>
            <a:gdLst/>
            <a:ahLst/>
            <a:cxnLst/>
            <a:rect r="r" b="b" t="t" l="l"/>
            <a:pathLst>
              <a:path h="802799" w="1671281">
                <a:moveTo>
                  <a:pt x="0" y="0"/>
                </a:moveTo>
                <a:lnTo>
                  <a:pt x="1671282" y="0"/>
                </a:lnTo>
                <a:lnTo>
                  <a:pt x="1671282" y="802799"/>
                </a:lnTo>
                <a:lnTo>
                  <a:pt x="0" y="802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07988" y="622377"/>
            <a:ext cx="191202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C₈H₉NO₂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4115" y="322657"/>
            <a:ext cx="299787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Acetaminophen (paracetamol)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31364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783739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6104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6104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4038" y="1264730"/>
            <a:ext cx="19120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C₈H₉NO₂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0462" y="2418117"/>
            <a:ext cx="19791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HOC₆H₄NHCOCH₃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4550" y="933669"/>
            <a:ext cx="1109538" cy="903644"/>
          </a:xfrm>
          <a:custGeom>
            <a:avLst/>
            <a:gdLst/>
            <a:ahLst/>
            <a:cxnLst/>
            <a:rect r="r" b="b" t="t" l="l"/>
            <a:pathLst>
              <a:path h="903644" w="1109538">
                <a:moveTo>
                  <a:pt x="0" y="0"/>
                </a:moveTo>
                <a:lnTo>
                  <a:pt x="1109538" y="0"/>
                </a:lnTo>
                <a:lnTo>
                  <a:pt x="1109538" y="903644"/>
                </a:lnTo>
                <a:lnTo>
                  <a:pt x="0" y="903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180" t="0" r="-61989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9116" t="0" r="-245325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395651" y="2115646"/>
            <a:ext cx="908077" cy="879700"/>
          </a:xfrm>
          <a:custGeom>
            <a:avLst/>
            <a:gdLst/>
            <a:ahLst/>
            <a:cxnLst/>
            <a:rect r="r" b="b" t="t" l="l"/>
            <a:pathLst>
              <a:path h="879700" w="908077">
                <a:moveTo>
                  <a:pt x="0" y="0"/>
                </a:moveTo>
                <a:lnTo>
                  <a:pt x="908078" y="0"/>
                </a:lnTo>
                <a:lnTo>
                  <a:pt x="908078" y="879700"/>
                </a:lnTo>
                <a:lnTo>
                  <a:pt x="0" y="87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4423" y="622377"/>
            <a:ext cx="179915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C₉H₈O₄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7403" y="322657"/>
            <a:ext cx="2731294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Aspirin (acetylsalicylic acid)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31364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783739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6104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6104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0276" y="1264730"/>
            <a:ext cx="10666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C₉H₈O₄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3012" y="2437167"/>
            <a:ext cx="213407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CH₃COOC₆H₄COOH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27199" y="-1708182"/>
            <a:ext cx="711702" cy="4572000"/>
          </a:xfrm>
          <a:custGeom>
            <a:avLst/>
            <a:gdLst/>
            <a:ahLst/>
            <a:cxnLst/>
            <a:rect r="r" b="b" t="t" l="l"/>
            <a:pathLst>
              <a:path h="4572000" w="711702">
                <a:moveTo>
                  <a:pt x="0" y="0"/>
                </a:moveTo>
                <a:lnTo>
                  <a:pt x="711702" y="0"/>
                </a:lnTo>
                <a:lnTo>
                  <a:pt x="71170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4180" t="0" r="-6198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7050" y="22196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2505634" y="1070081"/>
            <a:ext cx="354833" cy="4572000"/>
          </a:xfrm>
          <a:custGeom>
            <a:avLst/>
            <a:gdLst/>
            <a:ahLst/>
            <a:cxnLst/>
            <a:rect r="r" b="b" t="t" l="l"/>
            <a:pathLst>
              <a:path h="4572000" w="354833">
                <a:moveTo>
                  <a:pt x="0" y="0"/>
                </a:moveTo>
                <a:lnTo>
                  <a:pt x="354832" y="0"/>
                </a:lnTo>
                <a:lnTo>
                  <a:pt x="354832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9116" t="0" r="-245325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8000" y="3533497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9705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950000" y="221967"/>
            <a:ext cx="0" cy="331153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291665" y="933669"/>
            <a:ext cx="982318" cy="850083"/>
          </a:xfrm>
          <a:custGeom>
            <a:avLst/>
            <a:gdLst/>
            <a:ahLst/>
            <a:cxnLst/>
            <a:rect r="r" b="b" t="t" l="l"/>
            <a:pathLst>
              <a:path h="850083" w="982318">
                <a:moveTo>
                  <a:pt x="0" y="0"/>
                </a:moveTo>
                <a:lnTo>
                  <a:pt x="982318" y="0"/>
                </a:lnTo>
                <a:lnTo>
                  <a:pt x="982318" y="850083"/>
                </a:lnTo>
                <a:lnTo>
                  <a:pt x="0" y="850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78000" y="933669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683050" y="933669"/>
            <a:ext cx="0" cy="2244995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97050" y="3197714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8000" y="2065692"/>
            <a:ext cx="4572000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359067" y="2101156"/>
            <a:ext cx="914915" cy="878936"/>
          </a:xfrm>
          <a:custGeom>
            <a:avLst/>
            <a:gdLst/>
            <a:ahLst/>
            <a:cxnLst/>
            <a:rect r="r" b="b" t="t" l="l"/>
            <a:pathLst>
              <a:path h="878936" w="914915">
                <a:moveTo>
                  <a:pt x="0" y="0"/>
                </a:moveTo>
                <a:lnTo>
                  <a:pt x="914916" y="0"/>
                </a:lnTo>
                <a:lnTo>
                  <a:pt x="914916" y="878936"/>
                </a:lnTo>
                <a:lnTo>
                  <a:pt x="0" y="878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6435" y="622377"/>
            <a:ext cx="199513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C₈H₁₀N₄O₂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7385" y="292177"/>
            <a:ext cx="1092279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Caffeine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3143" y="1831364"/>
            <a:ext cx="99381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Molecular Formula: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8527" y="1806180"/>
            <a:ext cx="103599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Lewis Structure: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4890" y="2961042"/>
            <a:ext cx="161032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Condensed Structural Formula: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9321" y="2961042"/>
            <a:ext cx="974408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Bricolage Grotesque 28"/>
                <a:ea typeface="Bricolage Grotesque 28"/>
                <a:cs typeface="Bricolage Grotesque 28"/>
                <a:sym typeface="Bricolage Grotesque 28"/>
              </a:rPr>
              <a:t>Bond-Line Formula: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232" y="1264730"/>
            <a:ext cx="15369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C₈H₁₀N₄O₂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1245" y="2389542"/>
            <a:ext cx="18376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CH₃N₄C₅O₂(CH₃)₂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DAHXzILcg04</dc:identifier>
  <dcterms:modified xsi:type="dcterms:W3CDTF">2011-08-01T06:04:30Z</dcterms:modified>
  <cp:revision>1</cp:revision>
  <dc:title>002_molecular_representation_portfolio_soncuya</dc:title>
</cp:coreProperties>
</file>